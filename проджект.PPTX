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Заголовок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5" name="Подзаголовок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1" name="Дата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22.10.2021</a:t>
            </a:fld>
            <a:endParaRPr lang="ru-RU"/>
          </a:p>
        </p:txBody>
      </p:sp>
      <p:sp>
        <p:nvSpPr>
          <p:cNvPr id="18" name="Нижний колонтитул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22.10.2021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22.10.2021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22.10.2021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22.10.2021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22.10.2021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22.10.2021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22.10.2021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22.10.2021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22.10.2021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22.10.2021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1" name="Текст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7" name="Дата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22.10.2021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Second Project Work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572264" y="4286256"/>
            <a:ext cx="2214578" cy="714380"/>
          </a:xfrm>
        </p:spPr>
        <p:txBody>
          <a:bodyPr>
            <a:normAutofit fontScale="92500"/>
          </a:bodyPr>
          <a:lstStyle/>
          <a:p>
            <a:r>
              <a:rPr lang="en-US" dirty="0" err="1" smtClean="0"/>
              <a:t>Kulesh</a:t>
            </a:r>
            <a:r>
              <a:rPr lang="en-US" dirty="0" smtClean="0"/>
              <a:t> </a:t>
            </a:r>
            <a:r>
              <a:rPr lang="en-US" dirty="0" err="1" smtClean="0"/>
              <a:t>Zhuldyzay</a:t>
            </a:r>
            <a:endParaRPr lang="en-US" dirty="0" smtClean="0"/>
          </a:p>
          <a:p>
            <a:r>
              <a:rPr lang="en-US" dirty="0" err="1" smtClean="0"/>
              <a:t>Sarsenova</a:t>
            </a:r>
            <a:r>
              <a:rPr lang="en-US" dirty="0" smtClean="0"/>
              <a:t> </a:t>
            </a:r>
            <a:r>
              <a:rPr lang="en-US" dirty="0" err="1" smtClean="0"/>
              <a:t>Nagima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Web-site’s purpose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web-site constructed for National Kazakh dresses’ online-ordering system which designed by </a:t>
            </a:r>
            <a:r>
              <a:rPr lang="en-US" dirty="0" err="1" smtClean="0"/>
              <a:t>Aisana</a:t>
            </a:r>
            <a:r>
              <a:rPr lang="en-US" dirty="0" smtClean="0"/>
              <a:t> </a:t>
            </a:r>
            <a:r>
              <a:rPr lang="en-US" dirty="0" err="1" smtClean="0"/>
              <a:t>Qasteeva</a:t>
            </a:r>
            <a:endParaRPr lang="en-US" dirty="0" smtClean="0"/>
          </a:p>
          <a:p>
            <a:r>
              <a:rPr lang="en-US" dirty="0" smtClean="0"/>
              <a:t>With the help of the site you can know information about “</a:t>
            </a:r>
            <a:r>
              <a:rPr lang="en-US" dirty="0" err="1" smtClean="0"/>
              <a:t>Qasteeva”’s</a:t>
            </a:r>
            <a:r>
              <a:rPr lang="en-US" dirty="0" smtClean="0"/>
              <a:t> works, materials and company, partners.</a:t>
            </a:r>
          </a:p>
          <a:p>
            <a:r>
              <a:rPr lang="en-US" dirty="0" smtClean="0"/>
              <a:t>There included all the </a:t>
            </a:r>
            <a:r>
              <a:rPr lang="en-US" dirty="0" err="1" smtClean="0"/>
              <a:t>criteries</a:t>
            </a:r>
            <a:r>
              <a:rPr lang="en-US" dirty="0" smtClean="0"/>
              <a:t> and site designed by our owns.</a:t>
            </a:r>
          </a:p>
          <a:p>
            <a:r>
              <a:rPr lang="en-US" dirty="0" smtClean="0"/>
              <a:t>In this presentation we will explain you how all functions works and what you can do with this web-site.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Home Page</a:t>
            </a:r>
            <a:endParaRPr lang="ru-RU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t="10535" b="10456"/>
          <a:stretch>
            <a:fillRect/>
          </a:stretch>
        </p:blipFill>
        <p:spPr bwMode="auto">
          <a:xfrm>
            <a:off x="357158" y="1857364"/>
            <a:ext cx="8215370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with an Error</a:t>
            </a:r>
            <a:endParaRPr lang="ru-RU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t="3587" r="1710" b="10448"/>
          <a:stretch>
            <a:fillRect/>
          </a:stretch>
        </p:blipFill>
        <p:spPr bwMode="auto">
          <a:xfrm>
            <a:off x="457200" y="1826808"/>
            <a:ext cx="7758138" cy="381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Page with information about Partners</a:t>
            </a:r>
            <a:endParaRPr lang="ru-RU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997075"/>
            <a:ext cx="7239000" cy="407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Catalog Page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714488"/>
            <a:ext cx="8382016" cy="471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Registration</a:t>
            </a:r>
            <a:endParaRPr lang="ru-RU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t="3587" r="3684" b="3430"/>
          <a:stretch>
            <a:fillRect/>
          </a:stretch>
        </p:blipFill>
        <p:spPr bwMode="auto">
          <a:xfrm>
            <a:off x="457200" y="1832770"/>
            <a:ext cx="8115328" cy="4406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Basket Page</a:t>
            </a:r>
            <a:endParaRPr lang="ru-RU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997075"/>
            <a:ext cx="7239000" cy="407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Conditions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1500174"/>
            <a:ext cx="8286808" cy="507209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1)Number of web pages must be at least 5.</a:t>
            </a:r>
          </a:p>
          <a:p>
            <a:pPr>
              <a:buNone/>
            </a:pP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2)The project must contain at least two </a:t>
            </a:r>
            <a:r>
              <a:rPr lang="en-US" dirty="0" err="1" smtClean="0">
                <a:solidFill>
                  <a:schemeClr val="bg2">
                    <a:lumMod val="75000"/>
                  </a:schemeClr>
                </a:solidFill>
              </a:rPr>
              <a:t>flexbox</a:t>
            </a: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 containers with elements.</a:t>
            </a:r>
          </a:p>
          <a:p>
            <a:pPr>
              <a:buNone/>
            </a:pP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3)Some HTML elements in project must be aligned by bootstrap grid system.</a:t>
            </a:r>
          </a:p>
          <a:p>
            <a:pPr>
              <a:buNone/>
            </a:pP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4)In your project you should have at least five buttons and two tables. They should have bootstrap classes.</a:t>
            </a:r>
          </a:p>
          <a:p>
            <a:pPr>
              <a:buNone/>
            </a:pP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5)Colors should be defined by </a:t>
            </a:r>
            <a:r>
              <a:rPr lang="en-US" dirty="0" err="1" smtClean="0">
                <a:solidFill>
                  <a:schemeClr val="bg2">
                    <a:lumMod val="75000"/>
                  </a:schemeClr>
                </a:solidFill>
              </a:rPr>
              <a:t>rgb</a:t>
            </a: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en-US" dirty="0" err="1" smtClean="0">
                <a:solidFill>
                  <a:schemeClr val="bg2">
                    <a:lumMod val="75000"/>
                  </a:schemeClr>
                </a:solidFill>
              </a:rPr>
              <a:t>rgba</a:t>
            </a: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en-US" dirty="0" err="1" smtClean="0">
                <a:solidFill>
                  <a:schemeClr val="bg2">
                    <a:lumMod val="75000"/>
                  </a:schemeClr>
                </a:solidFill>
              </a:rPr>
              <a:t>hsl</a:t>
            </a: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en-US" dirty="0" err="1" smtClean="0">
                <a:solidFill>
                  <a:schemeClr val="bg2">
                    <a:lumMod val="75000"/>
                  </a:schemeClr>
                </a:solidFill>
              </a:rPr>
              <a:t>hsla</a:t>
            </a: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 functions and by hexadecimal numbers. </a:t>
            </a:r>
          </a:p>
          <a:p>
            <a:pPr>
              <a:buNone/>
            </a:pP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6)Web pages must be mobile adaptable.</a:t>
            </a:r>
          </a:p>
          <a:p>
            <a:pPr>
              <a:buNone/>
            </a:pP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7)Push your work in </a:t>
            </a:r>
            <a:r>
              <a:rPr lang="en-US" dirty="0" err="1" smtClean="0">
                <a:solidFill>
                  <a:schemeClr val="bg2">
                    <a:lumMod val="75000"/>
                  </a:schemeClr>
                </a:solidFill>
              </a:rPr>
              <a:t>github</a:t>
            </a: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 repository.</a:t>
            </a:r>
          </a:p>
          <a:p>
            <a:pPr>
              <a:buNone/>
            </a:pPr>
            <a:r>
              <a:rPr lang="en-US" dirty="0" smtClean="0">
                <a:solidFill>
                  <a:schemeClr val="bg2">
                    <a:lumMod val="75000"/>
                  </a:schemeClr>
                </a:solidFill>
              </a:rPr>
              <a:t>8)Explain your work(for 5 minutes for one team) by slides during the practice class.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зящная">
  <a:themeElements>
    <a:clrScheme name="Aisana">
      <a:dk1>
        <a:srgbClr val="FFFFFF"/>
      </a:dk1>
      <a:lt1>
        <a:srgbClr val="F4E7ED"/>
      </a:lt1>
      <a:dk2>
        <a:srgbClr val="AC66BB"/>
      </a:dk2>
      <a:lt2>
        <a:srgbClr val="D490C5"/>
      </a:lt2>
      <a:accent1>
        <a:srgbClr val="D487C4"/>
      </a:accent1>
      <a:accent2>
        <a:srgbClr val="874296"/>
      </a:accent2>
      <a:accent3>
        <a:srgbClr val="FFEBA3"/>
      </a:accent3>
      <a:accent4>
        <a:srgbClr val="FFF1C1"/>
      </a:accent4>
      <a:accent5>
        <a:srgbClr val="EDD2E7"/>
      </a:accent5>
      <a:accent6>
        <a:srgbClr val="FFCA0C"/>
      </a:accent6>
      <a:hlink>
        <a:srgbClr val="D8D8D8"/>
      </a:hlink>
      <a:folHlink>
        <a:srgbClr val="E5BCDC"/>
      </a:folHlink>
    </a:clrScheme>
    <a:fontScheme name="Изящная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Изящная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365</TotalTime>
  <Words>169</Words>
  <PresentationFormat>Экран (4:3)</PresentationFormat>
  <Paragraphs>23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Изящная</vt:lpstr>
      <vt:lpstr>Second Project Work</vt:lpstr>
      <vt:lpstr>Web-site’s purpose</vt:lpstr>
      <vt:lpstr>Home Page</vt:lpstr>
      <vt:lpstr>Page with an Error</vt:lpstr>
      <vt:lpstr>Page with information about Partners</vt:lpstr>
      <vt:lpstr>Catalog Page</vt:lpstr>
      <vt:lpstr>Registration</vt:lpstr>
      <vt:lpstr>Basket Page</vt:lpstr>
      <vt:lpstr>Conditions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 Project Work</dc:title>
  <dc:creator>OMEN</dc:creator>
  <cp:lastModifiedBy>OMEN</cp:lastModifiedBy>
  <cp:revision>3</cp:revision>
  <dcterms:created xsi:type="dcterms:W3CDTF">2021-10-20T14:11:13Z</dcterms:created>
  <dcterms:modified xsi:type="dcterms:W3CDTF">2021-10-22T11:23:31Z</dcterms:modified>
</cp:coreProperties>
</file>